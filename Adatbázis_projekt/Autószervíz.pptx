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51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72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1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950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1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5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3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87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44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65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3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70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83" r:id="rId6"/>
    <p:sldLayoutId id="2147484079" r:id="rId7"/>
    <p:sldLayoutId id="2147484080" r:id="rId8"/>
    <p:sldLayoutId id="2147484081" r:id="rId9"/>
    <p:sldLayoutId id="2147484082" r:id="rId10"/>
    <p:sldLayoutId id="21474840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0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DF6E68-2BF1-9FC7-CF44-0AE51B382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8914" y="893935"/>
            <a:ext cx="5364937" cy="3339390"/>
          </a:xfrm>
        </p:spPr>
        <p:txBody>
          <a:bodyPr anchor="ctr">
            <a:normAutofit/>
          </a:bodyPr>
          <a:lstStyle/>
          <a:p>
            <a:r>
              <a:rPr lang="hu-HU" sz="6000" dirty="0"/>
              <a:t>Autószervíz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AAA98F2-85CA-5C7B-7283-17EEE95B0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8915" y="4876803"/>
            <a:ext cx="5364936" cy="909848"/>
          </a:xfrm>
        </p:spPr>
        <p:txBody>
          <a:bodyPr anchor="t">
            <a:normAutofit/>
          </a:bodyPr>
          <a:lstStyle/>
          <a:p>
            <a:r>
              <a:rPr lang="hu-HU" dirty="0"/>
              <a:t>Készítette: Baranyi Dávid, Bíró Linda, Daroczi Attila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5ACCD9-AC33-0721-6AAF-C6BB1C905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86" r="30354"/>
          <a:stretch>
            <a:fillRect/>
          </a:stretch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A33909A-666C-9E20-C520-9A9CD2E8BF69}"/>
              </a:ext>
            </a:extLst>
          </p:cNvPr>
          <p:cNvSpPr txBox="1"/>
          <p:nvPr/>
        </p:nvSpPr>
        <p:spPr>
          <a:xfrm>
            <a:off x="5476875" y="419100"/>
            <a:ext cx="990600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Dávid</a:t>
            </a:r>
          </a:p>
        </p:txBody>
      </p:sp>
    </p:spTree>
    <p:extLst>
      <p:ext uri="{BB962C8B-B14F-4D97-AF65-F5344CB8AC3E}">
        <p14:creationId xmlns:p14="http://schemas.microsoft.com/office/powerpoint/2010/main" val="2128101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7C1E4C-C719-E7B1-2D35-3BFDBD78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758952"/>
            <a:ext cx="5822823" cy="1088898"/>
          </a:xfrm>
        </p:spPr>
        <p:txBody>
          <a:bodyPr/>
          <a:lstStyle/>
          <a:p>
            <a:r>
              <a:rPr lang="hu-HU" dirty="0"/>
              <a:t>Tartalomjegyzék: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DBEE54F-FABC-ADEC-5487-211AE3A7679B}"/>
              </a:ext>
            </a:extLst>
          </p:cNvPr>
          <p:cNvSpPr txBox="1"/>
          <p:nvPr/>
        </p:nvSpPr>
        <p:spPr>
          <a:xfrm>
            <a:off x="7048500" y="438150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Dávid</a:t>
            </a:r>
          </a:p>
        </p:txBody>
      </p:sp>
    </p:spTree>
    <p:extLst>
      <p:ext uri="{BB962C8B-B14F-4D97-AF65-F5344CB8AC3E}">
        <p14:creationId xmlns:p14="http://schemas.microsoft.com/office/powerpoint/2010/main" val="3055212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A4A2A9-78EB-8C6B-3AF3-39CBEB6F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0332" y="978027"/>
            <a:ext cx="3725418" cy="993648"/>
          </a:xfrm>
        </p:spPr>
        <p:txBody>
          <a:bodyPr/>
          <a:lstStyle/>
          <a:p>
            <a:r>
              <a:rPr lang="hu-HU" dirty="0"/>
              <a:t>Specifikáció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4BE896-8B50-C893-A4A9-CD6720BD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7" y="2260473"/>
            <a:ext cx="11477625" cy="3829050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8A32541-E8C6-E7C1-FC60-E82B3650C66C}"/>
              </a:ext>
            </a:extLst>
          </p:cNvPr>
          <p:cNvSpPr txBox="1"/>
          <p:nvPr/>
        </p:nvSpPr>
        <p:spPr>
          <a:xfrm>
            <a:off x="695325" y="409575"/>
            <a:ext cx="1895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Ati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57616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7EAA6F-0DD3-498B-1E85-B10E9AF1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588" y="833056"/>
            <a:ext cx="3536823" cy="1022223"/>
          </a:xfrm>
        </p:spPr>
        <p:txBody>
          <a:bodyPr/>
          <a:lstStyle/>
          <a:p>
            <a:r>
              <a:rPr lang="hu-HU" dirty="0"/>
              <a:t>Kivitelezés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03C503-6F0A-DC9B-81D7-F720499F7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323" y="1635252"/>
            <a:ext cx="6245352" cy="4754880"/>
          </a:xfrm>
        </p:spPr>
        <p:txBody>
          <a:bodyPr/>
          <a:lstStyle/>
          <a:p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1B62D9F-C194-D784-8D92-727F971E52F2}"/>
              </a:ext>
            </a:extLst>
          </p:cNvPr>
          <p:cNvSpPr txBox="1"/>
          <p:nvPr/>
        </p:nvSpPr>
        <p:spPr>
          <a:xfrm>
            <a:off x="409575" y="581025"/>
            <a:ext cx="233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Linda</a:t>
            </a:r>
          </a:p>
        </p:txBody>
      </p:sp>
    </p:spTree>
    <p:extLst>
      <p:ext uri="{BB962C8B-B14F-4D97-AF65-F5344CB8AC3E}">
        <p14:creationId xmlns:p14="http://schemas.microsoft.com/office/powerpoint/2010/main" val="4259493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AE42B1-173C-FA6A-CC0A-6A50F83F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001" y="606552"/>
            <a:ext cx="3793998" cy="955548"/>
          </a:xfrm>
        </p:spPr>
        <p:txBody>
          <a:bodyPr>
            <a:noAutofit/>
          </a:bodyPr>
          <a:lstStyle/>
          <a:p>
            <a:r>
              <a:rPr lang="hu-HU" dirty="0"/>
              <a:t>Adatmodell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07447B-8A6D-1E62-9012-E2F9E096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8098" y="1806702"/>
            <a:ext cx="6245352" cy="4754880"/>
          </a:xfrm>
        </p:spPr>
        <p:txBody>
          <a:bodyPr/>
          <a:lstStyle/>
          <a:p>
            <a:r>
              <a:rPr lang="hu-HU" dirty="0"/>
              <a:t>Képek az adatmodellről, 3 db hogy mindenki tudjon beszélni valamiről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06BD9DD-E55E-ACAA-C722-47A71E1429EB}"/>
              </a:ext>
            </a:extLst>
          </p:cNvPr>
          <p:cNvSpPr txBox="1"/>
          <p:nvPr/>
        </p:nvSpPr>
        <p:spPr>
          <a:xfrm>
            <a:off x="361950" y="295275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Linda, </a:t>
            </a:r>
            <a:r>
              <a:rPr lang="hu-HU" dirty="0" err="1"/>
              <a:t>Ati</a:t>
            </a:r>
            <a:r>
              <a:rPr lang="hu-HU" dirty="0"/>
              <a:t>, Dávid</a:t>
            </a:r>
          </a:p>
        </p:txBody>
      </p:sp>
    </p:spTree>
    <p:extLst>
      <p:ext uri="{BB962C8B-B14F-4D97-AF65-F5344CB8AC3E}">
        <p14:creationId xmlns:p14="http://schemas.microsoft.com/office/powerpoint/2010/main" val="942237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08405A-3E2C-AEFB-B81F-66C0C45F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138" y="701802"/>
            <a:ext cx="3117723" cy="1146048"/>
          </a:xfrm>
        </p:spPr>
        <p:txBody>
          <a:bodyPr/>
          <a:lstStyle/>
          <a:p>
            <a:r>
              <a:rPr lang="hu-HU" dirty="0"/>
              <a:t>Egyedek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68E93B-316B-BD15-E1BA-91AF9D1E6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4295774"/>
            <a:ext cx="1641348" cy="2151507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42498B8-92AB-7847-EB6E-AF58A87E9439}"/>
              </a:ext>
            </a:extLst>
          </p:cNvPr>
          <p:cNvSpPr txBox="1"/>
          <p:nvPr/>
        </p:nvSpPr>
        <p:spPr>
          <a:xfrm>
            <a:off x="758952" y="866775"/>
            <a:ext cx="236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Linda</a:t>
            </a:r>
          </a:p>
        </p:txBody>
      </p:sp>
    </p:spTree>
    <p:extLst>
      <p:ext uri="{BB962C8B-B14F-4D97-AF65-F5344CB8AC3E}">
        <p14:creationId xmlns:p14="http://schemas.microsoft.com/office/powerpoint/2010/main" val="3375293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5ADA1E-59C7-C9A5-CAE4-729D7071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126" y="794956"/>
            <a:ext cx="4079748" cy="1098423"/>
          </a:xfrm>
        </p:spPr>
        <p:txBody>
          <a:bodyPr/>
          <a:lstStyle/>
          <a:p>
            <a:r>
              <a:rPr lang="hu-HU" dirty="0"/>
              <a:t>Kapcsolatok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854371-FD8B-3B2F-8174-1E136371B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893379"/>
            <a:ext cx="6886575" cy="3620453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E81ABD5-2CC0-D823-EF37-DC8D5938D57B}"/>
              </a:ext>
            </a:extLst>
          </p:cNvPr>
          <p:cNvSpPr txBox="1"/>
          <p:nvPr/>
        </p:nvSpPr>
        <p:spPr>
          <a:xfrm>
            <a:off x="1000125" y="600075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Ati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65269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F6A3FE-531A-0265-25D5-93274BAD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63" y="2159127"/>
            <a:ext cx="7746873" cy="1269873"/>
          </a:xfrm>
        </p:spPr>
        <p:txBody>
          <a:bodyPr/>
          <a:lstStyle/>
          <a:p>
            <a:r>
              <a:rPr lang="hu-HU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715165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theme/themeOverride1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ppt/theme/themeOverride3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ppt/theme/themeOverride4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ppt/theme/themeOverride5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ppt/theme/themeOverride6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ppt/theme/themeOverride7.xml><?xml version="1.0" encoding="utf-8"?>
<a:themeOverride xmlns:a="http://schemas.openxmlformats.org/drawingml/2006/main">
  <a:clrScheme name="Headlines">
    <a:dk1>
      <a:sysClr val="windowText" lastClr="000000"/>
    </a:dk1>
    <a:lt1>
      <a:sysClr val="window" lastClr="FFFFFF"/>
    </a:lt1>
    <a:dk2>
      <a:srgbClr val="232C41"/>
    </a:dk2>
    <a:lt2>
      <a:srgbClr val="F6F4EF"/>
    </a:lt2>
    <a:accent1>
      <a:srgbClr val="439EB7"/>
    </a:accent1>
    <a:accent2>
      <a:srgbClr val="E20E65"/>
    </a:accent2>
    <a:accent3>
      <a:srgbClr val="F59324"/>
    </a:accent3>
    <a:accent4>
      <a:srgbClr val="5046B9"/>
    </a:accent4>
    <a:accent5>
      <a:srgbClr val="5CB678"/>
    </a:accent5>
    <a:accent6>
      <a:srgbClr val="9717F7"/>
    </a:accent6>
    <a:hlink>
      <a:srgbClr val="E80095"/>
    </a:hlink>
    <a:folHlink>
      <a:srgbClr val="808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44</Words>
  <Application>Microsoft Office PowerPoint</Application>
  <PresentationFormat>Szélesvásznú</PresentationFormat>
  <Paragraphs>17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Sitka Banner</vt:lpstr>
      <vt:lpstr>HeadlinesVTI</vt:lpstr>
      <vt:lpstr>Autószervíz</vt:lpstr>
      <vt:lpstr>Tartalomjegyzék:</vt:lpstr>
      <vt:lpstr>Specifikáció</vt:lpstr>
      <vt:lpstr>Kivitelezés</vt:lpstr>
      <vt:lpstr>Adatmodell</vt:lpstr>
      <vt:lpstr>Egyedek</vt:lpstr>
      <vt:lpstr>Kapcsolatok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Attila Daroczi</dc:creator>
  <cp:lastModifiedBy>Attila Daroczi</cp:lastModifiedBy>
  <cp:revision>1</cp:revision>
  <dcterms:created xsi:type="dcterms:W3CDTF">2026-04-01T15:22:44Z</dcterms:created>
  <dcterms:modified xsi:type="dcterms:W3CDTF">2026-04-01T15:55:48Z</dcterms:modified>
</cp:coreProperties>
</file>